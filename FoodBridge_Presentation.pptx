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rPr dirty="0"/>
              <a:t>🍱 FOODBRIDGE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rPr dirty="0"/>
              <a:t>Autonomous Smart Food Rescue &amp;</a:t>
            </a:r>
            <a:br>
              <a:rPr dirty="0"/>
            </a:br>
            <a:r>
              <a:rPr dirty="0"/>
              <a:t>Need-Matching Logistics Platform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rPr dirty="0"/>
              <a:t>Hyperlocal Event-Aware Surplus Redistribution with Multi-Stage Chain-of-Custody Verification</a:t>
            </a:r>
          </a:p>
          <a:p>
            <a:pPr>
              <a:spcBef>
                <a:spcPts val="2400"/>
              </a:spcBef>
              <a:defRPr sz="1200" b="1">
                <a:solidFill>
                  <a:srgbClr val="F59E0B"/>
                </a:solidFill>
              </a:defRPr>
            </a:pPr>
            <a:r>
              <a:rPr dirty="0"/>
              <a:t>⭐ 5 Signature Innovations  •  ⭐ N:1 Knapsack Pooling  •  ⭐ 4-Tier Urgency Decay  •  ⭐ Dual QR Handshake</a:t>
            </a:r>
          </a:p>
          <a:p>
            <a:pPr>
              <a:spcBef>
                <a:spcPts val="1800"/>
              </a:spcBef>
              <a:defRPr sz="1200">
                <a:solidFill>
                  <a:srgbClr val="FFFFFF"/>
                </a:solidFill>
              </a:defRPr>
            </a:pPr>
            <a:r>
              <a:rPr dirty="0"/>
              <a:t>Web Technology Capstone Project  |  Python Flask + </a:t>
            </a:r>
            <a:r>
              <a:rPr dirty="0" err="1"/>
              <a:t>SQLAlchemy</a:t>
            </a:r>
            <a:r>
              <a:rPr dirty="0"/>
              <a:t> + GIS Heatmap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755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CONTEXT &amp; RESEARCH GAP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Paradox of Institutional Food Waste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Why conventional food listing apps fail in dense campus &amp; urban environments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61" y="1985577"/>
            <a:ext cx="47548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C2626"/>
                </a:solidFill>
              </a:defRPr>
            </a:pPr>
            <a:r>
              <a:rPr sz="2000" dirty="0"/>
              <a:t>🚨 The Operational Problem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rPr sz="1700" dirty="0"/>
              <a:t>• Bursty Campus Surplus: Large edible surplus generated after college symposiums, hostel messes, banquet galas, and fests (50 to 500+ meals).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rPr sz="1700" dirty="0"/>
              <a:t>• Acute Food Insecurity: Nearby orphanages, migrant worker shelters, and food banks struggle daily with chronic meal shortages.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rPr sz="1700" dirty="0"/>
              <a:t>• Environmental Damage: Decomposing food in landfills produces methane (CH4), causing 2.5x CO2e greenhouse gas impact per kg.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8D359-CBAE-4700-FF89-17651801B4B8}"/>
              </a:ext>
            </a:extLst>
          </p:cNvPr>
          <p:cNvSpPr txBox="1"/>
          <p:nvPr/>
        </p:nvSpPr>
        <p:spPr>
          <a:xfrm>
            <a:off x="6675120" y="1595226"/>
            <a:ext cx="4754880" cy="4408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700" b="1" dirty="0"/>
              <a:t>⚠️ Limitations in Existing Solutions</a:t>
            </a:r>
            <a:endParaRPr lang="en-IN" sz="1700" dirty="0"/>
          </a:p>
          <a:p>
            <a:r>
              <a:rPr lang="en-IN" sz="1700" dirty="0"/>
              <a:t>• Static Directories &amp; Ad-hoc WhatsApp: Robin Hood Army / Food Banks rely on manual chatting, causing human latency and food spoilage.</a:t>
            </a:r>
          </a:p>
          <a:p>
            <a:endParaRPr lang="en-IN" sz="1700" dirty="0"/>
          </a:p>
          <a:p>
            <a:r>
              <a:rPr lang="en-IN" sz="1700" dirty="0"/>
              <a:t>• Strict 1:1 Bottleneck (Olio / TGTG): Cannot handle cases where 1 shelter needs 200 meals, but 3 local donors only have 70+80+50 meals.</a:t>
            </a:r>
          </a:p>
          <a:p>
            <a:endParaRPr lang="en-IN" sz="1700" dirty="0"/>
          </a:p>
          <a:p>
            <a:r>
              <a:rPr lang="en-IN" sz="1700" dirty="0"/>
              <a:t>• No Spoilage-Aware Urgency Timers: Standard apps treat perishables like regular dry items without dynamic radius expansion.</a:t>
            </a:r>
          </a:p>
          <a:p>
            <a:endParaRPr lang="en-IN" sz="1700" dirty="0"/>
          </a:p>
          <a:p>
            <a:r>
              <a:rPr lang="en-IN" sz="1700" dirty="0"/>
              <a:t>• Lack of Chain-of-Custody (CoC): No cryptographic handshake to verify handover, track safety, or indemnify donors.</a:t>
            </a:r>
            <a:endParaRPr lang="en-IN" sz="1700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CORE TECHNICAL CONTRIBUTIONS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5 Signature Engineering Pillars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How FoodBridge provides an autonomous coordination layer instead of a basic directory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054096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rPr sz="1700" dirty="0"/>
              <a:t>1. Multi-Factor Match Engine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Composite scoring formula balancing Haversine Distance (35%), Urgency Decay (30%), Org Capacity (20%), and Dietary Compatibility (15%).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78308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rPr sz="1700" dirty="0"/>
              <a:t>2. Multi-Donor N:1 Pooling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Knapsack heuristic aggregating surplus from 3-4 small donors (e.g. 70 + 80 + 50 meals) into one unified 200-meal shelter delivery manifest.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80" y="1783080"/>
            <a:ext cx="3054096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rPr sz="1700" dirty="0"/>
              <a:t>3. 4-Tier Urgency Decay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Real-time clock: Green (&gt;4h) -&gt; Yellow (2-4h) -&gt; Orange (1-2h) -&gt; Red (&lt;1h) with automated volunteer notification radius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rPr sz="1700" dirty="0"/>
              <a:t>4. Campus Event Fast-Track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sz="1700" dirty="0"/>
              <a:t>1-Click surplus declaration for university fests, symposiums, and messes with instant student volunteer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39" y="4069080"/>
            <a:ext cx="4754880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33EA"/>
                </a:solidFill>
              </a:defRPr>
            </a:pPr>
            <a:r>
              <a:rPr sz="1700" dirty="0"/>
              <a:t>5. Dual-Stage QR Handshake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rPr sz="1700" dirty="0"/>
              <a:t>Two-step cryptographic verification at Donor Pickup (IN_TRANSIT) and NGO Handover (DELIVERED) for strict chain-of-custody.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SYSTEM OPERATIONAL LIFECYCLE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End-to-End Coordination Workflow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From surplus generation to verified recipient handover and ESG carbon accounting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10896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700" dirty="0"/>
              <a:t>Step 1: Surplus Posting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Donor posts food via 1-Click Fast-Track with safe-use window.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rPr sz="1700" dirty="0"/>
              <a:t>📍 State: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783080"/>
            <a:ext cx="310896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700" dirty="0"/>
              <a:t>Step 2: Smart Dispatch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Engine computes Match Score &amp; scans live GIS Demand Heatmap.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rPr sz="1700" dirty="0"/>
              <a:t>📍 State: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80" y="1783080"/>
            <a:ext cx="310896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700" dirty="0"/>
              <a:t>Step 3: NGO Claim / Pool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Shelter accepts single batch or triggers N:1 Knapsack pooling.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rPr sz="1700" dirty="0"/>
              <a:t>📍 State: RESERVED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310896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700" dirty="0"/>
              <a:t>Step 4: Volunteer Leg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Active transport volunteer claims route on Leaflet interactive map.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rPr sz="1700" dirty="0"/>
              <a:t>📍 State: DISPATCHED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4069080"/>
            <a:ext cx="310896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700" dirty="0"/>
              <a:t>Step 5: Pickup Handshake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Volunteer scans Donor QR / OTP at canteen loading bay.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rPr sz="1700" dirty="0"/>
              <a:t>📍 State: IN_TRANSIT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80" y="4069080"/>
            <a:ext cx="310896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700" dirty="0"/>
              <a:t>Step 6: Handover Complete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NGO scans Delivery QR / OTP -&gt; Impact Ledger records EPA CO2e.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rPr sz="1700" dirty="0"/>
              <a:t>📍 State: COMPLETED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EVALUATION &amp; BENCHMARK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Competitive Matrix &amp; Algorithm Test Results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Proving technical novelty and system correctness over existing platforms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lang="en-IN" sz="1700" dirty="0"/>
              <a:t>📊 Competitive Novelty Matrix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rPr lang="en-IN" sz="1700" dirty="0"/>
              <a:t>• Olio / TGTG: C2C / Retail sales only, no demand-side sensing or N:1 pooling.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rPr lang="en-IN" sz="1700" dirty="0"/>
              <a:t>• Robin Hood Army: Manual WhatsApp coordination, lacks real-time urgency &amp; CoC.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rPr lang="en-IN" sz="1700" dirty="0"/>
              <a:t>• Food Rescue Hero: US corporate recurring routes, lacks campus event fast-track.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rPr lang="en-IN" sz="1700" dirty="0"/>
              <a:t>• </a:t>
            </a:r>
            <a:r>
              <a:rPr lang="en-IN" sz="1700" dirty="0" err="1"/>
              <a:t>FoodBridge</a:t>
            </a:r>
            <a:r>
              <a:rPr lang="en-IN" sz="1700" dirty="0"/>
              <a:t> (Our Work): Combines N:1 Pooling + 4-Tier Decay + Event Fast-Track + Live GIS Heatmap + Dual QR Handshakes.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rPr sz="1700" dirty="0"/>
              <a:t>🧪 Verified Engine Test Results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rPr sz="1700" dirty="0"/>
              <a:t>✓ Smart Match Precision:</a:t>
            </a:r>
            <a:br>
              <a:rPr sz="1700" dirty="0"/>
            </a:br>
            <a:r>
              <a:rPr sz="1700" dirty="0"/>
              <a:t>  Donation #1 matched Mercy Shelter Home at 94.3% (0.88 km) and Hope City at 92.7% (2.0 km).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rPr sz="1700" dirty="0"/>
              <a:t>✓ N:1 Knapsack Pooling:</a:t>
            </a:r>
            <a:br>
              <a:rPr sz="1700" dirty="0"/>
            </a:br>
            <a:r>
              <a:rPr sz="1700" dirty="0"/>
              <a:t>  For 200 meals deficit, pooled 120 (Tech Fest) + 50 (Hotel) + 30 (Mess) = 200 meals satisfied across 3 donors.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rPr sz="1700" dirty="0"/>
              <a:t>✓ Dynamic Decay Clock:</a:t>
            </a:r>
            <a:br>
              <a:rPr sz="1700" dirty="0"/>
            </a:br>
            <a:r>
              <a:rPr sz="1700" dirty="0"/>
              <a:t>  Auto-computed 2.5h buffer remaining with High Urgency (Orange) visual badge.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rPr sz="1700" dirty="0"/>
              <a:t>✓ Carbon Offset Calculation:</a:t>
            </a:r>
            <a:br>
              <a:rPr sz="1700" dirty="0"/>
            </a:br>
            <a:r>
              <a:rPr sz="1700" dirty="0"/>
              <a:t>  770 meals rescued = 308.0 kg biomass diverted = 770.0 kg CO2e greenhouse gas abated.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IMPLEMENTATION &amp; IMPACT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Technology Architecture &amp; Future Scope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Production-ready, database-agnostic full-stack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700" dirty="0"/>
              <a:t>💻 Technology Stack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• Backend: Python 3.13, Flask, </a:t>
            </a:r>
            <a:r>
              <a:rPr sz="1700" dirty="0" err="1"/>
              <a:t>Werkzeug</a:t>
            </a:r>
            <a:r>
              <a:rPr sz="1700" dirty="0"/>
              <a:t>, Flask-Login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• Database: </a:t>
            </a:r>
            <a:r>
              <a:rPr sz="1700" dirty="0" err="1"/>
              <a:t>SQLAlchemy</a:t>
            </a:r>
            <a:r>
              <a:rPr sz="1700" dirty="0"/>
              <a:t> ORM (SQLite / PostgreSQL ready)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• GIS &amp; Heatmap: Leaflet.js, OpenStreetMap, </a:t>
            </a:r>
            <a:r>
              <a:rPr sz="1700" dirty="0" err="1"/>
              <a:t>Leaflet.heat</a:t>
            </a:r>
            <a:endParaRPr sz="1700" dirty="0"/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• Handshake: </a:t>
            </a:r>
            <a:r>
              <a:rPr sz="1700" dirty="0" err="1"/>
              <a:t>QRCode</a:t>
            </a:r>
            <a:r>
              <a:rPr sz="1700" dirty="0"/>
              <a:t> (PIL), Base64 URI, Dual-OTP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• Frontend: Bootstrap 5, Inter Typography, Responsive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rPr sz="1700" dirty="0"/>
              <a:t>🌱 Social &amp; ESG Impact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• Landfill Diversion: Reduces methane emissions by 2.5 kg CO2e per kg food saved.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• Campus Green Leaderboard: Quantifies university fest sustainability rankings.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• Good Samaritan Protection: Built-in food safety compliance checklists &amp; audit logs.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rPr sz="1700" dirty="0"/>
              <a:t>• Zero-Waste Campuses: Enables colleges to achieve green institutional certifications.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rPr sz="1700" dirty="0"/>
              <a:t>🎯 Conclusion &amp; Scope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rPr sz="1700" dirty="0"/>
              <a:t>• Conclusion: </a:t>
            </a:r>
            <a:r>
              <a:rPr sz="1700" dirty="0" err="1"/>
              <a:t>FoodBridge</a:t>
            </a:r>
            <a:r>
              <a:rPr sz="1700" dirty="0"/>
              <a:t> proves that intelligent demand-matching &amp; N:1 pooling dramatically cut food recovery latency.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rPr sz="1700" dirty="0"/>
              <a:t>• IoT Cold Chain: Future integration with BLE temperature probes for chilled storage tracking.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rPr sz="1700" dirty="0"/>
              <a:t>• Municipal Scale: Ready for pilot deployment across city campuses and food banks.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958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GOWTHAM P S</cp:lastModifiedBy>
  <cp:revision>3</cp:revision>
  <dcterms:created xsi:type="dcterms:W3CDTF">2013-01-27T09:14:16Z</dcterms:created>
  <dcterms:modified xsi:type="dcterms:W3CDTF">2026-09-30T19:18:27Z</dcterms:modified>
  <cp:category/>
</cp:coreProperties>
</file>